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87" r:id="rId5"/>
    <p:sldId id="282" r:id="rId6"/>
    <p:sldId id="279" r:id="rId7"/>
    <p:sldId id="260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7A830-7EAD-40F5-B69E-5DC2CD2A208C}" v="59" dt="2026-09-25T20:02:1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Jose Martinez Bermudez" userId="89f12ecb2c94b4bb" providerId="LiveId" clId="{D94B88B5-2079-4C5C-A9D6-7DC976FCCE38}"/>
    <pc:docChg chg="undo redo custSel addSld delSld modSld sldOrd">
      <pc:chgData name="Maria Jose Martinez Bermudez" userId="89f12ecb2c94b4bb" providerId="LiveId" clId="{D94B88B5-2079-4C5C-A9D6-7DC976FCCE38}" dt="2026-09-25T20:03:49.188" v="2426" actId="20577"/>
      <pc:docMkLst>
        <pc:docMk/>
      </pc:docMkLst>
      <pc:sldChg chg="modSp mod">
        <pc:chgData name="Maria Jose Martinez Bermudez" userId="89f12ecb2c94b4bb" providerId="LiveId" clId="{D94B88B5-2079-4C5C-A9D6-7DC976FCCE38}" dt="2026-09-25T19:09:43.527" v="1806" actId="1076"/>
        <pc:sldMkLst>
          <pc:docMk/>
          <pc:sldMk cId="259367394" sldId="256"/>
        </pc:sldMkLst>
        <pc:spChg chg="mod">
          <ac:chgData name="Maria Jose Martinez Bermudez" userId="89f12ecb2c94b4bb" providerId="LiveId" clId="{D94B88B5-2079-4C5C-A9D6-7DC976FCCE38}" dt="2026-09-25T19:09:05.033" v="1776" actId="1076"/>
          <ac:spMkLst>
            <pc:docMk/>
            <pc:sldMk cId="259367394" sldId="256"/>
            <ac:spMk id="4" creationId="{C7BFA4CA-B9E0-46E2-7D90-68EC6C9199D2}"/>
          </ac:spMkLst>
        </pc:spChg>
        <pc:spChg chg="mod">
          <ac:chgData name="Maria Jose Martinez Bermudez" userId="89f12ecb2c94b4bb" providerId="LiveId" clId="{D94B88B5-2079-4C5C-A9D6-7DC976FCCE38}" dt="2026-09-25T19:09:43.527" v="1806" actId="1076"/>
          <ac:spMkLst>
            <pc:docMk/>
            <pc:sldMk cId="259367394" sldId="256"/>
            <ac:spMk id="6" creationId="{987778F3-8D27-7038-9A7B-DC089F793344}"/>
          </ac:spMkLst>
        </pc:spChg>
      </pc:sldChg>
      <pc:sldChg chg="addSp delSp modSp mod">
        <pc:chgData name="Maria Jose Martinez Bermudez" userId="89f12ecb2c94b4bb" providerId="LiveId" clId="{D94B88B5-2079-4C5C-A9D6-7DC976FCCE38}" dt="2026-09-25T20:03:49.188" v="2426" actId="20577"/>
        <pc:sldMkLst>
          <pc:docMk/>
          <pc:sldMk cId="2612851917" sldId="257"/>
        </pc:sldMkLst>
        <pc:spChg chg="del mod">
          <ac:chgData name="Maria Jose Martinez Bermudez" userId="89f12ecb2c94b4bb" providerId="LiveId" clId="{D94B88B5-2079-4C5C-A9D6-7DC976FCCE38}" dt="2026-09-25T19:10:46.956" v="1812"/>
          <ac:spMkLst>
            <pc:docMk/>
            <pc:sldMk cId="2612851917" sldId="257"/>
            <ac:spMk id="3" creationId="{CEAF2941-66AB-1B4B-F0D0-5FC762DFB126}"/>
          </ac:spMkLst>
        </pc:spChg>
        <pc:spChg chg="mod">
          <ac:chgData name="Maria Jose Martinez Bermudez" userId="89f12ecb2c94b4bb" providerId="LiveId" clId="{D94B88B5-2079-4C5C-A9D6-7DC976FCCE38}" dt="2026-09-07T04:25:23.699" v="1635" actId="1076"/>
          <ac:spMkLst>
            <pc:docMk/>
            <pc:sldMk cId="2612851917" sldId="257"/>
            <ac:spMk id="4" creationId="{5C19F30A-42D8-A2DC-4EE8-D256F8BDDDE7}"/>
          </ac:spMkLst>
        </pc:spChg>
        <pc:spChg chg="mod">
          <ac:chgData name="Maria Jose Martinez Bermudez" userId="89f12ecb2c94b4bb" providerId="LiveId" clId="{D94B88B5-2079-4C5C-A9D6-7DC976FCCE38}" dt="2026-09-07T04:25:03.903" v="1632" actId="1076"/>
          <ac:spMkLst>
            <pc:docMk/>
            <pc:sldMk cId="2612851917" sldId="257"/>
            <ac:spMk id="12" creationId="{CA39D5F8-7815-EC1C-85BC-08C94D6055AA}"/>
          </ac:spMkLst>
        </pc:spChg>
        <pc:spChg chg="add mod">
          <ac:chgData name="Maria Jose Martinez Bermudez" userId="89f12ecb2c94b4bb" providerId="LiveId" clId="{D94B88B5-2079-4C5C-A9D6-7DC976FCCE38}" dt="2026-09-25T20:03:49.188" v="2426" actId="20577"/>
          <ac:spMkLst>
            <pc:docMk/>
            <pc:sldMk cId="2612851917" sldId="257"/>
            <ac:spMk id="15" creationId="{B1DAF431-3DA2-A559-E1C5-95D3BF985A0A}"/>
          </ac:spMkLst>
        </pc:spChg>
        <pc:picChg chg="add mod">
          <ac:chgData name="Maria Jose Martinez Bermudez" userId="89f12ecb2c94b4bb" providerId="LiveId" clId="{D94B88B5-2079-4C5C-A9D6-7DC976FCCE38}" dt="2026-09-25T19:13:01.996" v="1832" actId="1076"/>
          <ac:picMkLst>
            <pc:docMk/>
            <pc:sldMk cId="2612851917" sldId="257"/>
            <ac:picMk id="5" creationId="{D5029018-CAD6-80D1-50C4-EAEBE04F8A37}"/>
          </ac:picMkLst>
        </pc:picChg>
        <pc:picChg chg="add del mod">
          <ac:chgData name="Maria Jose Martinez Bermudez" userId="89f12ecb2c94b4bb" providerId="LiveId" clId="{D94B88B5-2079-4C5C-A9D6-7DC976FCCE38}" dt="2026-09-25T19:32:30.526" v="1941" actId="478"/>
          <ac:picMkLst>
            <pc:docMk/>
            <pc:sldMk cId="2612851917" sldId="257"/>
            <ac:picMk id="7" creationId="{A86B5D60-54ED-8000-E4FC-295DE4AC281E}"/>
          </ac:picMkLst>
        </pc:picChg>
        <pc:picChg chg="add del mod">
          <ac:chgData name="Maria Jose Martinez Bermudez" userId="89f12ecb2c94b4bb" providerId="LiveId" clId="{D94B88B5-2079-4C5C-A9D6-7DC976FCCE38}" dt="2026-09-25T19:10:20.988" v="1807" actId="478"/>
          <ac:picMkLst>
            <pc:docMk/>
            <pc:sldMk cId="2612851917" sldId="257"/>
            <ac:picMk id="8" creationId="{650566E5-6952-41C7-178A-4048360D6996}"/>
          </ac:picMkLst>
        </pc:picChg>
        <pc:picChg chg="add del mod">
          <ac:chgData name="Maria Jose Martinez Bermudez" userId="89f12ecb2c94b4bb" providerId="LiveId" clId="{D94B88B5-2079-4C5C-A9D6-7DC976FCCE38}" dt="2026-09-25T19:32:33.460" v="1942" actId="478"/>
          <ac:picMkLst>
            <pc:docMk/>
            <pc:sldMk cId="2612851917" sldId="257"/>
            <ac:picMk id="10" creationId="{0719EB6B-E032-3EF9-FDF1-0928C359D5F8}"/>
          </ac:picMkLst>
        </pc:picChg>
        <pc:picChg chg="add del mod">
          <ac:chgData name="Maria Jose Martinez Bermudez" userId="89f12ecb2c94b4bb" providerId="LiveId" clId="{D94B88B5-2079-4C5C-A9D6-7DC976FCCE38}" dt="2026-09-25T19:32:35.728" v="1943" actId="478"/>
          <ac:picMkLst>
            <pc:docMk/>
            <pc:sldMk cId="2612851917" sldId="257"/>
            <ac:picMk id="13" creationId="{37583581-7CD2-2AC8-9057-8D45C4116339}"/>
          </ac:picMkLst>
        </pc:picChg>
      </pc:sldChg>
      <pc:sldChg chg="addSp delSp modSp mod">
        <pc:chgData name="Maria Jose Martinez Bermudez" userId="89f12ecb2c94b4bb" providerId="LiveId" clId="{D94B88B5-2079-4C5C-A9D6-7DC976FCCE38}" dt="2026-09-07T04:32:24.430" v="1701" actId="478"/>
        <pc:sldMkLst>
          <pc:docMk/>
          <pc:sldMk cId="3477360160" sldId="260"/>
        </pc:sldMkLst>
      </pc:sldChg>
      <pc:sldChg chg="addSp delSp modSp mod">
        <pc:chgData name="Maria Jose Martinez Bermudez" userId="89f12ecb2c94b4bb" providerId="LiveId" clId="{D94B88B5-2079-4C5C-A9D6-7DC976FCCE38}" dt="2026-09-25T19:19:49.877" v="1899" actId="14100"/>
        <pc:sldMkLst>
          <pc:docMk/>
          <pc:sldMk cId="517234114" sldId="266"/>
        </pc:sldMkLst>
        <pc:spChg chg="mod">
          <ac:chgData name="Maria Jose Martinez Bermudez" userId="89f12ecb2c94b4bb" providerId="LiveId" clId="{D94B88B5-2079-4C5C-A9D6-7DC976FCCE38}" dt="2026-09-07T04:25:31.832" v="1637" actId="20577"/>
          <ac:spMkLst>
            <pc:docMk/>
            <pc:sldMk cId="517234114" sldId="266"/>
            <ac:spMk id="2" creationId="{97199109-08FB-71C0-F5E5-2390D8374A81}"/>
          </ac:spMkLst>
        </pc:spChg>
        <pc:spChg chg="add del mod">
          <ac:chgData name="Maria Jose Martinez Bermudez" userId="89f12ecb2c94b4bb" providerId="LiveId" clId="{D94B88B5-2079-4C5C-A9D6-7DC976FCCE38}" dt="2026-09-25T19:18:25.951" v="1884" actId="478"/>
          <ac:spMkLst>
            <pc:docMk/>
            <pc:sldMk cId="517234114" sldId="266"/>
            <ac:spMk id="4" creationId="{780559F2-7BCD-A1A8-A4B7-9A4DF38175BA}"/>
          </ac:spMkLst>
        </pc:spChg>
        <pc:spChg chg="add mod">
          <ac:chgData name="Maria Jose Martinez Bermudez" userId="89f12ecb2c94b4bb" providerId="LiveId" clId="{D94B88B5-2079-4C5C-A9D6-7DC976FCCE38}" dt="2026-09-25T19:16:02.457" v="1852" actId="1076"/>
          <ac:spMkLst>
            <pc:docMk/>
            <pc:sldMk cId="517234114" sldId="266"/>
            <ac:spMk id="6" creationId="{73D4D35C-7CF2-EAFB-3373-04117C8E221F}"/>
          </ac:spMkLst>
        </pc:spChg>
        <pc:spChg chg="add del mod">
          <ac:chgData name="Maria Jose Martinez Bermudez" userId="89f12ecb2c94b4bb" providerId="LiveId" clId="{D94B88B5-2079-4C5C-A9D6-7DC976FCCE38}" dt="2026-09-25T19:18:28.822" v="1885" actId="478"/>
          <ac:spMkLst>
            <pc:docMk/>
            <pc:sldMk cId="517234114" sldId="266"/>
            <ac:spMk id="7" creationId="{79A28BFB-C2C1-B603-D3F3-9994B3F5412A}"/>
          </ac:spMkLst>
        </pc:spChg>
        <pc:spChg chg="add mod">
          <ac:chgData name="Maria Jose Martinez Bermudez" userId="89f12ecb2c94b4bb" providerId="LiveId" clId="{D94B88B5-2079-4C5C-A9D6-7DC976FCCE38}" dt="2026-09-25T19:15:56.765" v="1851" actId="1076"/>
          <ac:spMkLst>
            <pc:docMk/>
            <pc:sldMk cId="517234114" sldId="266"/>
            <ac:spMk id="8" creationId="{26966263-696F-0082-DF3F-F2510DCB7BB5}"/>
          </ac:spMkLst>
        </pc:spChg>
        <pc:spChg chg="add del mod">
          <ac:chgData name="Maria Jose Martinez Bermudez" userId="89f12ecb2c94b4bb" providerId="LiveId" clId="{D94B88B5-2079-4C5C-A9D6-7DC976FCCE38}" dt="2026-09-25T19:18:31.297" v="1886" actId="478"/>
          <ac:spMkLst>
            <pc:docMk/>
            <pc:sldMk cId="517234114" sldId="266"/>
            <ac:spMk id="10" creationId="{E659EF7B-7321-D122-471B-F463CD03A9A3}"/>
          </ac:spMkLst>
        </pc:spChg>
        <pc:spChg chg="add del mod ord">
          <ac:chgData name="Maria Jose Martinez Bermudez" userId="89f12ecb2c94b4bb" providerId="LiveId" clId="{D94B88B5-2079-4C5C-A9D6-7DC976FCCE38}" dt="2026-09-25T19:18:23.858" v="1883" actId="478"/>
          <ac:spMkLst>
            <pc:docMk/>
            <pc:sldMk cId="517234114" sldId="266"/>
            <ac:spMk id="15" creationId="{CC137064-1B99-3956-F2A9-C1A4E39E54C0}"/>
          </ac:spMkLst>
        </pc:spChg>
        <pc:picChg chg="add mod">
          <ac:chgData name="Maria Jose Martinez Bermudez" userId="89f12ecb2c94b4bb" providerId="LiveId" clId="{D94B88B5-2079-4C5C-A9D6-7DC976FCCE38}" dt="2026-09-25T19:19:33.923" v="1896" actId="1076"/>
          <ac:picMkLst>
            <pc:docMk/>
            <pc:sldMk cId="517234114" sldId="266"/>
            <ac:picMk id="11" creationId="{DB2B4469-4DA8-9687-DABE-F213AD9E5749}"/>
          </ac:picMkLst>
        </pc:picChg>
        <pc:picChg chg="add del mod">
          <ac:chgData name="Maria Jose Martinez Bermudez" userId="89f12ecb2c94b4bb" providerId="LiveId" clId="{D94B88B5-2079-4C5C-A9D6-7DC976FCCE38}" dt="2026-09-25T19:15:49.222" v="1850" actId="478"/>
          <ac:picMkLst>
            <pc:docMk/>
            <pc:sldMk cId="517234114" sldId="266"/>
            <ac:picMk id="12" creationId="{038F8CFE-388E-2467-75A2-D29DF6E8222A}"/>
          </ac:picMkLst>
        </pc:picChg>
        <pc:picChg chg="add del mod ord">
          <ac:chgData name="Maria Jose Martinez Bermudez" userId="89f12ecb2c94b4bb" providerId="LiveId" clId="{D94B88B5-2079-4C5C-A9D6-7DC976FCCE38}" dt="2026-09-25T19:15:47.926" v="1849" actId="478"/>
          <ac:picMkLst>
            <pc:docMk/>
            <pc:sldMk cId="517234114" sldId="266"/>
            <ac:picMk id="14" creationId="{9DEFD49C-5B5D-7FA1-7EFD-184C4CE265F5}"/>
          </ac:picMkLst>
        </pc:picChg>
        <pc:picChg chg="add mod">
          <ac:chgData name="Maria Jose Martinez Bermudez" userId="89f12ecb2c94b4bb" providerId="LiveId" clId="{D94B88B5-2079-4C5C-A9D6-7DC976FCCE38}" dt="2026-09-25T19:19:49.877" v="1899" actId="14100"/>
          <ac:picMkLst>
            <pc:docMk/>
            <pc:sldMk cId="517234114" sldId="266"/>
            <ac:picMk id="16" creationId="{8A81C7F8-4960-CD4A-3F79-0172CD9FC466}"/>
          </ac:picMkLst>
        </pc:picChg>
      </pc:sldChg>
      <pc:sldChg chg="addSp delSp modSp add mod setBg">
        <pc:chgData name="Maria Jose Martinez Bermudez" userId="89f12ecb2c94b4bb" providerId="LiveId" clId="{D94B88B5-2079-4C5C-A9D6-7DC976FCCE38}" dt="2026-09-25T20:02:32.678" v="2394" actId="20577"/>
        <pc:sldMkLst>
          <pc:docMk/>
          <pc:sldMk cId="2459014054" sldId="279"/>
        </pc:sldMkLst>
        <pc:spChg chg="add mod">
          <ac:chgData name="Maria Jose Martinez Bermudez" userId="89f12ecb2c94b4bb" providerId="LiveId" clId="{D94B88B5-2079-4C5C-A9D6-7DC976FCCE38}" dt="2026-09-25T20:02:32.678" v="2394" actId="20577"/>
          <ac:spMkLst>
            <pc:docMk/>
            <pc:sldMk cId="2459014054" sldId="279"/>
            <ac:spMk id="5" creationId="{FD4B7B14-88FF-F595-600B-93B63DC3428A}"/>
          </ac:spMkLst>
        </pc:spChg>
        <pc:spChg chg="add mod">
          <ac:chgData name="Maria Jose Martinez Bermudez" userId="89f12ecb2c94b4bb" providerId="LiveId" clId="{D94B88B5-2079-4C5C-A9D6-7DC976FCCE38}" dt="2026-09-07T04:04:45.387" v="1428" actId="20577"/>
          <ac:spMkLst>
            <pc:docMk/>
            <pc:sldMk cId="2459014054" sldId="279"/>
            <ac:spMk id="6" creationId="{69BA26A9-E1B3-44C5-B73A-96A4D7291482}"/>
          </ac:spMkLst>
        </pc:spChg>
        <pc:spChg chg="add mod">
          <ac:chgData name="Maria Jose Martinez Bermudez" userId="89f12ecb2c94b4bb" providerId="LiveId" clId="{D94B88B5-2079-4C5C-A9D6-7DC976FCCE38}" dt="2026-09-07T04:32:19.310" v="1700" actId="1076"/>
          <ac:spMkLst>
            <pc:docMk/>
            <pc:sldMk cId="2459014054" sldId="279"/>
            <ac:spMk id="7" creationId="{AD51F78E-033F-2771-F0E0-44E610334D64}"/>
          </ac:spMkLst>
        </pc:spChg>
        <pc:picChg chg="add mod ord">
          <ac:chgData name="Maria Jose Martinez Bermudez" userId="89f12ecb2c94b4bb" providerId="LiveId" clId="{D94B88B5-2079-4C5C-A9D6-7DC976FCCE38}" dt="2026-09-07T04:32:12.331" v="1699" actId="166"/>
          <ac:picMkLst>
            <pc:docMk/>
            <pc:sldMk cId="2459014054" sldId="279"/>
            <ac:picMk id="3" creationId="{85C21335-0A3D-8930-FBFB-FD9BE9BD94FC}"/>
          </ac:picMkLst>
        </pc:picChg>
        <pc:picChg chg="add del mod">
          <ac:chgData name="Maria Jose Martinez Bermudez" userId="89f12ecb2c94b4bb" providerId="LiveId" clId="{D94B88B5-2079-4C5C-A9D6-7DC976FCCE38}" dt="2026-09-25T19:49:45.984" v="2336" actId="478"/>
          <ac:picMkLst>
            <pc:docMk/>
            <pc:sldMk cId="2459014054" sldId="279"/>
            <ac:picMk id="4" creationId="{2C781711-E527-B48A-1046-5E43164B60A5}"/>
          </ac:picMkLst>
        </pc:picChg>
        <pc:picChg chg="add mod">
          <ac:chgData name="Maria Jose Martinez Bermudez" userId="89f12ecb2c94b4bb" providerId="LiveId" clId="{D94B88B5-2079-4C5C-A9D6-7DC976FCCE38}" dt="2026-09-07T04:32:01.132" v="1697" actId="1076"/>
          <ac:picMkLst>
            <pc:docMk/>
            <pc:sldMk cId="2459014054" sldId="279"/>
            <ac:picMk id="9" creationId="{ACEAE277-40A1-9A41-3E19-61DB6C702A90}"/>
          </ac:picMkLst>
        </pc:picChg>
      </pc:sldChg>
      <pc:sldChg chg="addSp delSp modSp add mod ord setBg">
        <pc:chgData name="Maria Jose Martinez Bermudez" userId="89f12ecb2c94b4bb" providerId="LiveId" clId="{D94B88B5-2079-4C5C-A9D6-7DC976FCCE38}" dt="2026-09-25T19:53:25.210" v="2383" actId="20577"/>
        <pc:sldMkLst>
          <pc:docMk/>
          <pc:sldMk cId="1192928022" sldId="282"/>
        </pc:sldMkLst>
        <pc:spChg chg="add del mod">
          <ac:chgData name="Maria Jose Martinez Bermudez" userId="89f12ecb2c94b4bb" providerId="LiveId" clId="{D94B88B5-2079-4C5C-A9D6-7DC976FCCE38}" dt="2026-09-25T19:36:33.947" v="2314" actId="478"/>
          <ac:spMkLst>
            <pc:docMk/>
            <pc:sldMk cId="1192928022" sldId="282"/>
            <ac:spMk id="5" creationId="{7BF9C2A1-241B-C00F-1E1E-AC343E8763B2}"/>
          </ac:spMkLst>
        </pc:spChg>
        <pc:spChg chg="add mod">
          <ac:chgData name="Maria Jose Martinez Bermudez" userId="89f12ecb2c94b4bb" providerId="LiveId" clId="{D94B88B5-2079-4C5C-A9D6-7DC976FCCE38}" dt="2026-09-25T19:36:03.392" v="2306" actId="14100"/>
          <ac:spMkLst>
            <pc:docMk/>
            <pc:sldMk cId="1192928022" sldId="282"/>
            <ac:spMk id="6" creationId="{B2E68876-4A24-57B1-2B2E-DA223C3880BB}"/>
          </ac:spMkLst>
        </pc:spChg>
        <pc:spChg chg="add mod">
          <ac:chgData name="Maria Jose Martinez Bermudez" userId="89f12ecb2c94b4bb" providerId="LiveId" clId="{D94B88B5-2079-4C5C-A9D6-7DC976FCCE38}" dt="2026-09-25T19:51:39.430" v="2380" actId="1076"/>
          <ac:spMkLst>
            <pc:docMk/>
            <pc:sldMk cId="1192928022" sldId="282"/>
            <ac:spMk id="8" creationId="{12564D16-302C-1036-A479-EF28CA5189B9}"/>
          </ac:spMkLst>
        </pc:spChg>
        <pc:spChg chg="add del mod">
          <ac:chgData name="Maria Jose Martinez Bermudez" userId="89f12ecb2c94b4bb" providerId="LiveId" clId="{D94B88B5-2079-4C5C-A9D6-7DC976FCCE38}" dt="2026-09-25T19:36:24.651" v="2312" actId="478"/>
          <ac:spMkLst>
            <pc:docMk/>
            <pc:sldMk cId="1192928022" sldId="282"/>
            <ac:spMk id="9" creationId="{D971429B-C042-2DAD-1FA8-FDBCA945BD89}"/>
          </ac:spMkLst>
        </pc:spChg>
        <pc:spChg chg="add mod">
          <ac:chgData name="Maria Jose Martinez Bermudez" userId="89f12ecb2c94b4bb" providerId="LiveId" clId="{D94B88B5-2079-4C5C-A9D6-7DC976FCCE38}" dt="2026-09-25T19:53:25.210" v="2383" actId="20577"/>
          <ac:spMkLst>
            <pc:docMk/>
            <pc:sldMk cId="1192928022" sldId="282"/>
            <ac:spMk id="35" creationId="{66C83785-B48D-FF17-37E7-EF388D71019A}"/>
          </ac:spMkLst>
        </pc:spChg>
        <pc:spChg chg="add del mod">
          <ac:chgData name="Maria Jose Martinez Bermudez" userId="89f12ecb2c94b4bb" providerId="LiveId" clId="{D94B88B5-2079-4C5C-A9D6-7DC976FCCE38}" dt="2026-09-25T19:36:09.285" v="2308" actId="478"/>
          <ac:spMkLst>
            <pc:docMk/>
            <pc:sldMk cId="1192928022" sldId="282"/>
            <ac:spMk id="45" creationId="{F25373B9-D4B2-33B0-9632-4A3C12AFD2AF}"/>
          </ac:spMkLst>
        </pc:spChg>
        <pc:spChg chg="add del mod">
          <ac:chgData name="Maria Jose Martinez Bermudez" userId="89f12ecb2c94b4bb" providerId="LiveId" clId="{D94B88B5-2079-4C5C-A9D6-7DC976FCCE38}" dt="2026-09-25T19:36:20.186" v="2311" actId="478"/>
          <ac:spMkLst>
            <pc:docMk/>
            <pc:sldMk cId="1192928022" sldId="282"/>
            <ac:spMk id="47" creationId="{715CC0F9-F2E9-10FA-9B44-1AE75BE7750F}"/>
          </ac:spMkLst>
        </pc:spChg>
        <pc:spChg chg="add del mod">
          <ac:chgData name="Maria Jose Martinez Bermudez" userId="89f12ecb2c94b4bb" providerId="LiveId" clId="{D94B88B5-2079-4C5C-A9D6-7DC976FCCE38}" dt="2026-09-25T19:36:12.686" v="2309" actId="478"/>
          <ac:spMkLst>
            <pc:docMk/>
            <pc:sldMk cId="1192928022" sldId="282"/>
            <ac:spMk id="49" creationId="{228D39E4-48E9-608A-AA3A-7A930749242D}"/>
          </ac:spMkLst>
        </pc:spChg>
        <pc:spChg chg="add del mod">
          <ac:chgData name="Maria Jose Martinez Bermudez" userId="89f12ecb2c94b4bb" providerId="LiveId" clId="{D94B88B5-2079-4C5C-A9D6-7DC976FCCE38}" dt="2026-09-25T19:36:06.320" v="2307" actId="478"/>
          <ac:spMkLst>
            <pc:docMk/>
            <pc:sldMk cId="1192928022" sldId="282"/>
            <ac:spMk id="51" creationId="{AC66A11A-9E4F-A107-9DB1-F13C6DC85AAD}"/>
          </ac:spMkLst>
        </pc:spChg>
        <pc:spChg chg="add del mod">
          <ac:chgData name="Maria Jose Martinez Bermudez" userId="89f12ecb2c94b4bb" providerId="LiveId" clId="{D94B88B5-2079-4C5C-A9D6-7DC976FCCE38}" dt="2026-09-25T19:36:29.803" v="2313" actId="478"/>
          <ac:spMkLst>
            <pc:docMk/>
            <pc:sldMk cId="1192928022" sldId="282"/>
            <ac:spMk id="53" creationId="{B4F419D6-7E19-8A99-82F8-B03C5DAD78F8}"/>
          </ac:spMkLst>
        </pc:spChg>
        <pc:picChg chg="add mod">
          <ac:chgData name="Maria Jose Martinez Bermudez" userId="89f12ecb2c94b4bb" providerId="LiveId" clId="{D94B88B5-2079-4C5C-A9D6-7DC976FCCE38}" dt="2026-09-25T19:48:49.767" v="2330" actId="1076"/>
          <ac:picMkLst>
            <pc:docMk/>
            <pc:sldMk cId="1192928022" sldId="282"/>
            <ac:picMk id="3" creationId="{AED5B239-1E78-00D7-D315-BA8E1442E556}"/>
          </ac:picMkLst>
        </pc:picChg>
        <pc:picChg chg="add del">
          <ac:chgData name="Maria Jose Martinez Bermudez" userId="89f12ecb2c94b4bb" providerId="LiveId" clId="{D94B88B5-2079-4C5C-A9D6-7DC976FCCE38}" dt="2026-09-25T19:49:21.478" v="2334" actId="478"/>
          <ac:picMkLst>
            <pc:docMk/>
            <pc:sldMk cId="1192928022" sldId="282"/>
            <ac:picMk id="4" creationId="{4B670001-623B-16F4-4A41-CA38477B933D}"/>
          </ac:picMkLst>
        </pc:picChg>
        <pc:picChg chg="add mod">
          <ac:chgData name="Maria Jose Martinez Bermudez" userId="89f12ecb2c94b4bb" providerId="LiveId" clId="{D94B88B5-2079-4C5C-A9D6-7DC976FCCE38}" dt="2026-09-07T03:42:53.684" v="1254" actId="1076"/>
          <ac:picMkLst>
            <pc:docMk/>
            <pc:sldMk cId="1192928022" sldId="282"/>
            <ac:picMk id="41" creationId="{DB10999E-8C84-F25E-63F3-5C976CC1C673}"/>
          </ac:picMkLst>
        </pc:picChg>
        <pc:picChg chg="add del mod">
          <ac:chgData name="Maria Jose Martinez Bermudez" userId="89f12ecb2c94b4bb" providerId="LiveId" clId="{D94B88B5-2079-4C5C-A9D6-7DC976FCCE38}" dt="2026-09-25T19:36:17.575" v="2310" actId="478"/>
          <ac:picMkLst>
            <pc:docMk/>
            <pc:sldMk cId="1192928022" sldId="282"/>
            <ac:picMk id="43" creationId="{E46E55E9-1683-CE00-CE06-9B50AA4B73C2}"/>
          </ac:picMkLst>
        </pc:picChg>
      </pc:sldChg>
      <pc:sldChg chg="addSp modSp add del mod setBg">
        <pc:chgData name="Maria Jose Martinez Bermudez" userId="89f12ecb2c94b4bb" providerId="LiveId" clId="{D94B88B5-2079-4C5C-A9D6-7DC976FCCE38}" dt="2026-09-25T19:21:38.101" v="1900" actId="2696"/>
        <pc:sldMkLst>
          <pc:docMk/>
          <pc:sldMk cId="2933088514" sldId="283"/>
        </pc:sldMkLst>
      </pc:sldChg>
      <pc:sldChg chg="addSp delSp modSp add del mod setBg">
        <pc:chgData name="Maria Jose Martinez Bermudez" userId="89f12ecb2c94b4bb" providerId="LiveId" clId="{D94B88B5-2079-4C5C-A9D6-7DC976FCCE38}" dt="2026-09-25T20:03:37.028" v="2396" actId="47"/>
        <pc:sldMkLst>
          <pc:docMk/>
          <pc:sldMk cId="1896287434" sldId="284"/>
        </pc:sldMkLst>
        <pc:spChg chg="add mod">
          <ac:chgData name="Maria Jose Martinez Bermudez" userId="89f12ecb2c94b4bb" providerId="LiveId" clId="{D94B88B5-2079-4C5C-A9D6-7DC976FCCE38}" dt="2026-09-07T03:00:56.338" v="1035" actId="14100"/>
          <ac:spMkLst>
            <pc:docMk/>
            <pc:sldMk cId="1896287434" sldId="284"/>
            <ac:spMk id="6" creationId="{5448813A-0F07-24A9-2CAE-C84788AAA49A}"/>
          </ac:spMkLst>
        </pc:spChg>
        <pc:spChg chg="add mod">
          <ac:chgData name="Maria Jose Martinez Bermudez" userId="89f12ecb2c94b4bb" providerId="LiveId" clId="{D94B88B5-2079-4C5C-A9D6-7DC976FCCE38}" dt="2026-09-07T03:50:46.418" v="1355" actId="1076"/>
          <ac:spMkLst>
            <pc:docMk/>
            <pc:sldMk cId="1896287434" sldId="284"/>
            <ac:spMk id="11" creationId="{93F559D0-68FE-4147-D1E6-2550EEEF5B27}"/>
          </ac:spMkLst>
        </pc:spChg>
        <pc:spChg chg="add mod">
          <ac:chgData name="Maria Jose Martinez Bermudez" userId="89f12ecb2c94b4bb" providerId="LiveId" clId="{D94B88B5-2079-4C5C-A9D6-7DC976FCCE38}" dt="2026-09-07T04:32:40.158" v="1702"/>
          <ac:spMkLst>
            <pc:docMk/>
            <pc:sldMk cId="1896287434" sldId="284"/>
            <ac:spMk id="16" creationId="{8A194B3D-E01D-70B6-3C92-CE68397734AA}"/>
          </ac:spMkLst>
        </pc:spChg>
        <pc:picChg chg="add mod ord">
          <ac:chgData name="Maria Jose Martinez Bermudez" userId="89f12ecb2c94b4bb" providerId="LiveId" clId="{D94B88B5-2079-4C5C-A9D6-7DC976FCCE38}" dt="2026-09-07T04:29:17.849" v="1668" actId="1076"/>
          <ac:picMkLst>
            <pc:docMk/>
            <pc:sldMk cId="1896287434" sldId="284"/>
            <ac:picMk id="4" creationId="{19ABA2E6-C5BF-077F-EEC2-0F52E1066231}"/>
          </ac:picMkLst>
        </pc:picChg>
        <pc:picChg chg="add mod">
          <ac:chgData name="Maria Jose Martinez Bermudez" userId="89f12ecb2c94b4bb" providerId="LiveId" clId="{D94B88B5-2079-4C5C-A9D6-7DC976FCCE38}" dt="2026-09-07T03:50:10.174" v="1325" actId="1076"/>
          <ac:picMkLst>
            <pc:docMk/>
            <pc:sldMk cId="1896287434" sldId="284"/>
            <ac:picMk id="9" creationId="{18473D00-ADD9-AA6D-AA4D-E871D3750FC7}"/>
          </ac:picMkLst>
        </pc:picChg>
        <pc:picChg chg="add mod">
          <ac:chgData name="Maria Jose Martinez Bermudez" userId="89f12ecb2c94b4bb" providerId="LiveId" clId="{D94B88B5-2079-4C5C-A9D6-7DC976FCCE38}" dt="2026-09-07T04:29:52.837" v="1674" actId="1076"/>
          <ac:picMkLst>
            <pc:docMk/>
            <pc:sldMk cId="1896287434" sldId="284"/>
            <ac:picMk id="15" creationId="{A6A8BB28-ACE7-39B6-8B42-81D9A15BA216}"/>
          </ac:picMkLst>
        </pc:picChg>
      </pc:sldChg>
      <pc:sldChg chg="addSp modSp add del mod setBg">
        <pc:chgData name="Maria Jose Martinez Bermudez" userId="89f12ecb2c94b4bb" providerId="LiveId" clId="{D94B88B5-2079-4C5C-A9D6-7DC976FCCE38}" dt="2026-09-25T20:03:34.630" v="2395" actId="47"/>
        <pc:sldMkLst>
          <pc:docMk/>
          <pc:sldMk cId="667920547" sldId="285"/>
        </pc:sldMkLst>
        <pc:spChg chg="add mod">
          <ac:chgData name="Maria Jose Martinez Bermudez" userId="89f12ecb2c94b4bb" providerId="LiveId" clId="{D94B88B5-2079-4C5C-A9D6-7DC976FCCE38}" dt="2026-09-07T03:01:19.433" v="1048" actId="20577"/>
          <ac:spMkLst>
            <pc:docMk/>
            <pc:sldMk cId="667920547" sldId="285"/>
            <ac:spMk id="6" creationId="{994ABA71-AFCF-E64F-FC2C-99AC679F554E}"/>
          </ac:spMkLst>
        </pc:spChg>
        <pc:spChg chg="add mod">
          <ac:chgData name="Maria Jose Martinez Bermudez" userId="89f12ecb2c94b4bb" providerId="LiveId" clId="{D94B88B5-2079-4C5C-A9D6-7DC976FCCE38}" dt="2026-09-07T04:30:27.278" v="1680" actId="1076"/>
          <ac:spMkLst>
            <pc:docMk/>
            <pc:sldMk cId="667920547" sldId="285"/>
            <ac:spMk id="7" creationId="{9F75C8A5-A709-F26B-8B57-127F17314191}"/>
          </ac:spMkLst>
        </pc:spChg>
        <pc:spChg chg="add mod">
          <ac:chgData name="Maria Jose Martinez Bermudez" userId="89f12ecb2c94b4bb" providerId="LiveId" clId="{D94B88B5-2079-4C5C-A9D6-7DC976FCCE38}" dt="2026-09-07T03:57:46.927" v="1374" actId="1076"/>
          <ac:spMkLst>
            <pc:docMk/>
            <pc:sldMk cId="667920547" sldId="285"/>
            <ac:spMk id="8" creationId="{70A26718-F7F3-89F6-0BD6-C75E9884943F}"/>
          </ac:spMkLst>
        </pc:spChg>
        <pc:picChg chg="add mod">
          <ac:chgData name="Maria Jose Martinez Bermudez" userId="89f12ecb2c94b4bb" providerId="LiveId" clId="{D94B88B5-2079-4C5C-A9D6-7DC976FCCE38}" dt="2026-09-06T21:34:59.216" v="952" actId="14100"/>
          <ac:picMkLst>
            <pc:docMk/>
            <pc:sldMk cId="667920547" sldId="285"/>
            <ac:picMk id="4" creationId="{1261C585-14E0-6C17-9978-AF3D39828D79}"/>
          </ac:picMkLst>
        </pc:picChg>
        <pc:picChg chg="add mod">
          <ac:chgData name="Maria Jose Martinez Bermudez" userId="89f12ecb2c94b4bb" providerId="LiveId" clId="{D94B88B5-2079-4C5C-A9D6-7DC976FCCE38}" dt="2026-09-07T03:57:21.685" v="1371" actId="14100"/>
          <ac:picMkLst>
            <pc:docMk/>
            <pc:sldMk cId="667920547" sldId="285"/>
            <ac:picMk id="5" creationId="{D1D5CFFD-2179-A765-57E1-942D167259CE}"/>
          </ac:picMkLst>
        </pc:picChg>
        <pc:picChg chg="add mod">
          <ac:chgData name="Maria Jose Martinez Bermudez" userId="89f12ecb2c94b4bb" providerId="LiveId" clId="{D94B88B5-2079-4C5C-A9D6-7DC976FCCE38}" dt="2026-09-07T04:30:16.559" v="1679" actId="1076"/>
          <ac:picMkLst>
            <pc:docMk/>
            <pc:sldMk cId="667920547" sldId="285"/>
            <ac:picMk id="10" creationId="{B8386F09-5058-E731-57CB-88C2C917AA22}"/>
          </ac:picMkLst>
        </pc:picChg>
      </pc:sldChg>
      <pc:sldChg chg="addSp delSp modSp add del mod setBg">
        <pc:chgData name="Maria Jose Martinez Bermudez" userId="89f12ecb2c94b4bb" providerId="LiveId" clId="{D94B88B5-2079-4C5C-A9D6-7DC976FCCE38}" dt="2026-09-25T19:49:38.554" v="2335" actId="47"/>
        <pc:sldMkLst>
          <pc:docMk/>
          <pc:sldMk cId="4239519790" sldId="286"/>
        </pc:sldMkLst>
      </pc:sldChg>
      <pc:sldChg chg="addSp delSp modSp add mod">
        <pc:chgData name="Maria Jose Martinez Bermudez" userId="89f12ecb2c94b4bb" providerId="LiveId" clId="{D94B88B5-2079-4C5C-A9D6-7DC976FCCE38}" dt="2026-09-25T19:24:38.723" v="1940" actId="1076"/>
        <pc:sldMkLst>
          <pc:docMk/>
          <pc:sldMk cId="2859794326" sldId="287"/>
        </pc:sldMkLst>
        <pc:spChg chg="mod">
          <ac:chgData name="Maria Jose Martinez Bermudez" userId="89f12ecb2c94b4bb" providerId="LiveId" clId="{D94B88B5-2079-4C5C-A9D6-7DC976FCCE38}" dt="2026-09-25T19:22:24.171" v="1924" actId="313"/>
          <ac:spMkLst>
            <pc:docMk/>
            <pc:sldMk cId="2859794326" sldId="287"/>
            <ac:spMk id="6" creationId="{FC7158FB-6113-52BC-6146-81E1C0A630C0}"/>
          </ac:spMkLst>
        </pc:spChg>
        <pc:spChg chg="mod">
          <ac:chgData name="Maria Jose Martinez Bermudez" userId="89f12ecb2c94b4bb" providerId="LiveId" clId="{D94B88B5-2079-4C5C-A9D6-7DC976FCCE38}" dt="2026-09-25T19:22:51.488" v="1929" actId="1076"/>
          <ac:spMkLst>
            <pc:docMk/>
            <pc:sldMk cId="2859794326" sldId="287"/>
            <ac:spMk id="8" creationId="{1CA9B353-923B-FB37-6A03-32938C706992}"/>
          </ac:spMkLst>
        </pc:spChg>
        <pc:picChg chg="add mod">
          <ac:chgData name="Maria Jose Martinez Bermudez" userId="89f12ecb2c94b4bb" providerId="LiveId" clId="{D94B88B5-2079-4C5C-A9D6-7DC976FCCE38}" dt="2026-09-25T19:24:38.723" v="1940" actId="1076"/>
          <ac:picMkLst>
            <pc:docMk/>
            <pc:sldMk cId="2859794326" sldId="287"/>
            <ac:picMk id="4" creationId="{FE872495-0C48-AF6D-8446-EF1B2E7F2DDA}"/>
          </ac:picMkLst>
        </pc:picChg>
        <pc:picChg chg="add mod">
          <ac:chgData name="Maria Jose Martinez Bermudez" userId="89f12ecb2c94b4bb" providerId="LiveId" clId="{D94B88B5-2079-4C5C-A9D6-7DC976FCCE38}" dt="2026-09-25T19:24:26.170" v="1938" actId="14100"/>
          <ac:picMkLst>
            <pc:docMk/>
            <pc:sldMk cId="2859794326" sldId="287"/>
            <ac:picMk id="7" creationId="{EBEBFAA7-245C-EB4D-1506-D9278D6C448C}"/>
          </ac:picMkLst>
        </pc:picChg>
        <pc:picChg chg="del">
          <ac:chgData name="Maria Jose Martinez Bermudez" userId="89f12ecb2c94b4bb" providerId="LiveId" clId="{D94B88B5-2079-4C5C-A9D6-7DC976FCCE38}" dt="2026-09-25T19:22:54.395" v="1930" actId="478"/>
          <ac:picMkLst>
            <pc:docMk/>
            <pc:sldMk cId="2859794326" sldId="287"/>
            <ac:picMk id="11" creationId="{8BB5010E-C20C-8E26-E1EA-4EF331126A61}"/>
          </ac:picMkLst>
        </pc:picChg>
        <pc:picChg chg="del">
          <ac:chgData name="Maria Jose Martinez Bermudez" userId="89f12ecb2c94b4bb" providerId="LiveId" clId="{D94B88B5-2079-4C5C-A9D6-7DC976FCCE38}" dt="2026-09-25T19:22:55.653" v="1931" actId="478"/>
          <ac:picMkLst>
            <pc:docMk/>
            <pc:sldMk cId="2859794326" sldId="287"/>
            <ac:picMk id="16" creationId="{D454DE07-9258-084F-3ED1-D93DFDC236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EB480-F77B-4AED-A77B-41813B2FF5A7}" type="datetimeFigureOut">
              <a:t>25/09/2026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4C96C-906D-41A4-9518-8068CD024BEB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3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4C96C-906D-41A4-9518-8068CD024BE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1CD0C-2133-1BEB-B1D0-2B5BA87B0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6585A-B9A6-1153-1B3F-631F77B9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C95B5-498E-3803-3AB8-D8181146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6A4F-18F9-461D-9222-89CEE5C6C32B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CE6B0-210F-8232-7203-DEA42DC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824E0D-E6C8-44AF-E902-56158D2A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95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D6C11-2F68-0AA4-5D2D-B5D81CA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774E-F425-9451-2AD3-69C4CA34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38164-B509-50D7-F133-B0D241A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D05-C7AE-49B1-ADCA-CCC9EDEE11F4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201D6-698C-F87A-E87B-90B38865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4390E-5080-AE27-848F-DE99B7E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9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F43B-6F90-3C9A-721D-847746D8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05D2-D47A-E1C0-302A-7BB9D046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E4870-6C61-F8D6-F30F-159BDEB9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A9FB-B447-49A5-96A8-C80DD90DA570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712B1C-6462-CA09-DD85-B9A01082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2A97A-0F17-7FD2-212C-3029940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7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61EC-0316-6F85-1E61-6DBCB40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347F2-FC82-C076-01DE-0936CFC4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F09E2-86C5-D68C-6770-CC9276E3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216C7-A653-7989-EBE3-82E43695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3F15-44CB-40B6-9AE9-0918D7F6AF4C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FA8D9-DD0C-08C2-5C81-28054EF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9524B-2360-C1E7-0478-D6A0D2A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BE79-344B-3711-264F-57C7E63A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CC3AA-8215-056C-2A41-E56566F9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11A87-89E2-5D25-B2ED-57078C2B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E39C36-017C-3060-41E0-299B3450A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890FD3-2935-8032-0EB3-1FC3B8C2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CADFA3-E82F-0317-AD8F-8D23EC4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0415-9D06-4090-8ABA-D918B2D3C62D}" type="datetime1">
              <a:rPr lang="es-CO" smtClean="0"/>
              <a:t>25/09/2026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C78A-5B6C-10FA-EDF0-695E706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40355-4549-A31B-969F-3574C6E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1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D56A-4167-233A-B17A-4EA99DEA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ECB5D-9483-99FF-8340-A5AFB86E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EC99-D95C-4F8A-9C6D-23149DE0D2AF}" type="datetime1">
              <a:rPr lang="es-CO" smtClean="0"/>
              <a:t>25/09/2026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8DE2-7185-0915-7BC7-2E69A4AC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605D0-CE9B-9FAD-2423-243602F2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9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A0CC1B-120C-0F49-D36D-BAEA60A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2F7CF-0212-4407-87F3-C344CE8980BA}" type="datetime1">
              <a:rPr lang="es-CO" smtClean="0"/>
              <a:t>25/09/2026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C13FED-D615-8DC2-101D-1DF2E4E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1C7337-BFDB-B02E-ABB0-E5F83488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1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E25C8-728A-6BA2-6934-E8192C5A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3D7EC-3401-B428-49CE-0A834F813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D5D9E-91E8-3A0F-1BBA-D22CF9A4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1744F7-4977-D716-D08F-2D94379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529D-1A3C-45D7-BED8-2AA5B789802B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CF612-0764-A237-6897-F891565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1CE97-CEF7-7A2A-C0E7-BF3ECF1B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F6FF-9D40-4E22-423A-24BCED9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AE2320-1EF8-003E-2F6F-991A9E8B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8EBBEE-3BC4-8972-A192-830C1E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8B12D-1D38-E41C-6803-3FE1E40E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B3B6-8A66-4D6C-9467-112133AE84DD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D7CE7-FABD-36B4-343A-099F0634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1085-6A7E-F994-332B-F9D4ED7A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46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6CD1-97A6-41D4-28AA-B32F657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27E2-E27E-149C-BC2C-E16CF5B6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D596B-F08E-D8DC-3217-046FC78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8B7EE-56AD-4C07-8E26-619BDC1AE34A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65918-6A68-CE14-D808-1B90E20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D175A-B95F-2937-C436-441D1C5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4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52D2DB-EFA7-98E3-90EE-8EB3AA390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6938F-F1E8-0110-3C15-B607291B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93203-DCE5-F0FB-F797-60563B5B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A8D-CE10-4159-9B4F-5C25E7A94D4A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442C7-77F8-3A9E-4D25-ED66E61F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383B7-3672-B332-2E2D-96ABBFE5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4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E03C0-4FF8-9B66-804E-9DB25FA2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8E20-C9F3-92B2-BB3C-35445007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CDC47-BF3C-C07C-BF61-73B5ECC9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CB33F-E2FA-4017-94EB-A465DF764609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BD969-ED41-AF96-E758-7B89E158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A31B0-02B2-5B64-BD04-BA5B0FF61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31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esprogramacionya.com/disenosoftware/acoplamientoycohesion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7BFA4CA-B9E0-46E2-7D90-68EC6C9199D2}"/>
              </a:ext>
            </a:extLst>
          </p:cNvPr>
          <p:cNvSpPr txBox="1"/>
          <p:nvPr/>
        </p:nvSpPr>
        <p:spPr>
          <a:xfrm>
            <a:off x="5755059" y="2365069"/>
            <a:ext cx="7570392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6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Acoplamiento y Cohesión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7778F3-8D27-7038-9A7B-DC089F793344}"/>
              </a:ext>
            </a:extLst>
          </p:cNvPr>
          <p:cNvSpPr txBox="1"/>
          <p:nvPr/>
        </p:nvSpPr>
        <p:spPr>
          <a:xfrm>
            <a:off x="6642672" y="6075072"/>
            <a:ext cx="594261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Maria Jose Martinez Bermudez</a:t>
            </a:r>
          </a:p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Ingeniería de Sistemas</a:t>
            </a:r>
            <a:endParaRPr lang="es-CO" i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19F30A-42D8-A2DC-4EE8-D256F8BDDDE7}"/>
              </a:ext>
            </a:extLst>
          </p:cNvPr>
          <p:cNvSpPr txBox="1"/>
          <p:nvPr/>
        </p:nvSpPr>
        <p:spPr>
          <a:xfrm>
            <a:off x="579846" y="658898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9D5F8-7815-EC1C-85BC-08C94D6055AA}"/>
              </a:ext>
            </a:extLst>
          </p:cNvPr>
          <p:cNvSpPr txBox="1"/>
          <p:nvPr/>
        </p:nvSpPr>
        <p:spPr>
          <a:xfrm>
            <a:off x="4880277" y="4960100"/>
            <a:ext cx="5876299" cy="1561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66716-9723-1F00-F1F6-9E9AA204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2</a:t>
            </a:fld>
            <a:endParaRPr lang="es-CO"/>
          </a:p>
        </p:txBody>
      </p:sp>
      <p:pic>
        <p:nvPicPr>
          <p:cNvPr id="5" name="Gráfico 4" descr="Blueprint contorno">
            <a:extLst>
              <a:ext uri="{FF2B5EF4-FFF2-40B4-BE49-F238E27FC236}">
                <a16:creationId xmlns:a16="http://schemas.microsoft.com/office/drawing/2014/main" id="{D5029018-CAD6-80D1-50C4-EAEBE04F8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5426" y="1558401"/>
            <a:ext cx="2821858" cy="282185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1DAF431-3DA2-A559-E1C5-95D3BF985A0A}"/>
              </a:ext>
            </a:extLst>
          </p:cNvPr>
          <p:cNvSpPr txBox="1"/>
          <p:nvPr/>
        </p:nvSpPr>
        <p:spPr>
          <a:xfrm>
            <a:off x="436948" y="2154316"/>
            <a:ext cx="7301039" cy="20415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lang="es-CO" sz="2000" dirty="0">
                <a:solidFill>
                  <a:srgbClr val="282828"/>
                </a:solidFill>
                <a:latin typeface="Arial"/>
              </a:rPr>
              <a:t>¿Qué es el Acoplamiento?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lang="es-CO" sz="2000" dirty="0">
                <a:solidFill>
                  <a:srgbClr val="282828"/>
                </a:solidFill>
                <a:latin typeface="Arial"/>
              </a:rPr>
              <a:t>¿Qué es la Cohesión?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lang="es-CO" sz="2000" dirty="0">
                <a:solidFill>
                  <a:srgbClr val="282828"/>
                </a:solidFill>
                <a:latin typeface="Arial"/>
              </a:rPr>
              <a:t>Vinculación a los Patrones de Diseño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lang="es-CO" sz="2000" dirty="0">
                <a:solidFill>
                  <a:srgbClr val="282828"/>
                </a:solidFill>
                <a:latin typeface="Arial"/>
              </a:rPr>
              <a:t>Ejemplo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endParaRPr lang="es-CO" sz="2000" dirty="0">
              <a:solidFill>
                <a:srgbClr val="28282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B3743-3453-D7DE-0E02-B1FB7D19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99109-08FB-71C0-F5E5-2390D83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CO" dirty="0"/>
              <a:t>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D4D35C-7CF2-EAFB-3373-04117C8E221F}"/>
              </a:ext>
            </a:extLst>
          </p:cNvPr>
          <p:cNvSpPr txBox="1"/>
          <p:nvPr/>
        </p:nvSpPr>
        <p:spPr>
          <a:xfrm>
            <a:off x="375419" y="958984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1. ¿Qué es el Acoplamiento?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966263-696F-0082-DF3F-F2510DCB7BB5}"/>
              </a:ext>
            </a:extLst>
          </p:cNvPr>
          <p:cNvSpPr txBox="1"/>
          <p:nvPr/>
        </p:nvSpPr>
        <p:spPr>
          <a:xfrm>
            <a:off x="436948" y="2154316"/>
            <a:ext cx="730103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 acoplamiento mide el grado de dependencia que existe entre dos clases o módulos de software. Un buen diseño busca minimizar este acoplamiento.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B2B4469-4DA8-9687-DABE-F213AD9E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48" y="3688022"/>
            <a:ext cx="5421241" cy="182827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A81C7F8-4960-CD4A-3F79-0172CD9F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238" y="3717685"/>
            <a:ext cx="5421241" cy="17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3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2038C-D810-7925-B9B4-1A7E3B80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974F0-2233-59C1-8065-CF5E44AA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CO" dirty="0"/>
              <a:t>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7158FB-6113-52BC-6146-81E1C0A630C0}"/>
              </a:ext>
            </a:extLst>
          </p:cNvPr>
          <p:cNvSpPr txBox="1"/>
          <p:nvPr/>
        </p:nvSpPr>
        <p:spPr>
          <a:xfrm>
            <a:off x="375419" y="958984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2. ¿Qué es el Cohesión?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A9B353-923B-FB37-6A03-32938C706992}"/>
              </a:ext>
            </a:extLst>
          </p:cNvPr>
          <p:cNvSpPr txBox="1"/>
          <p:nvPr/>
        </p:nvSpPr>
        <p:spPr>
          <a:xfrm>
            <a:off x="830238" y="1812788"/>
            <a:ext cx="730103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000" b="1">
                <a:solidFill>
                  <a:srgbClr val="0E7238"/>
                </a:solidFill>
                <a:latin typeface="Georgia"/>
              </a:defRPr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 cohesión mide el grado en que los elementos internos de un módulo o clase están relacionados y enfocados en una única tarea lógica.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872495-0C48-AF6D-8446-EF1B2E7F2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43653"/>
            <a:ext cx="5131078" cy="16424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BEBFAA7-245C-EB4D-1506-D9278D6C4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20" y="3764106"/>
            <a:ext cx="5131078" cy="162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091C-D56D-A345-35E8-F0B3C485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5CEFAC-244E-B3E9-DD6E-164E4670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5</a:t>
            </a:fld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E68876-4A24-57B1-2B2E-DA223C3880BB}"/>
              </a:ext>
            </a:extLst>
          </p:cNvPr>
          <p:cNvSpPr txBox="1"/>
          <p:nvPr/>
        </p:nvSpPr>
        <p:spPr>
          <a:xfrm>
            <a:off x="506398" y="482969"/>
            <a:ext cx="898445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3. Vinculación a los Patrones de Diseño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6C83785-B48D-FF17-37E7-EF388D71019A}"/>
              </a:ext>
            </a:extLst>
          </p:cNvPr>
          <p:cNvSpPr txBox="1"/>
          <p:nvPr/>
        </p:nvSpPr>
        <p:spPr>
          <a:xfrm>
            <a:off x="714319" y="1843950"/>
            <a:ext cx="554539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r>
              <a:rPr lang="es-CO" sz="2000" dirty="0"/>
              <a:t>Patrones como Factory Method, </a:t>
            </a:r>
            <a:r>
              <a:rPr lang="es-CO" sz="2000" dirty="0" err="1"/>
              <a:t>Strategy</a:t>
            </a:r>
            <a:r>
              <a:rPr lang="es-CO" sz="2000" dirty="0"/>
              <a:t> o </a:t>
            </a:r>
            <a:r>
              <a:rPr lang="es-CO" sz="2000" dirty="0" err="1"/>
              <a:t>Dependency</a:t>
            </a:r>
            <a:r>
              <a:rPr lang="es-CO" sz="2000" dirty="0"/>
              <a:t> </a:t>
            </a:r>
            <a:r>
              <a:rPr lang="es-CO" sz="2000" dirty="0" err="1"/>
              <a:t>Injection</a:t>
            </a:r>
            <a:r>
              <a:rPr lang="es-CO" sz="2000" dirty="0"/>
              <a:t> (Inyección de Dependencias) existen específicamente para romper el acoplamiento directo, permitiendo que los sistemas crezcan sin volverse rígidos.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endParaRPr lang="es-CO" sz="2000" dirty="0"/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endParaRPr lang="es-CO" sz="2000" dirty="0"/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r>
              <a:rPr lang="es-CO" sz="2000" dirty="0"/>
              <a:t>Patrones como </a:t>
            </a:r>
            <a:r>
              <a:rPr lang="es-CO" sz="2000" dirty="0" err="1"/>
              <a:t>Facade</a:t>
            </a:r>
            <a:r>
              <a:rPr lang="es-CO" sz="2000" dirty="0"/>
              <a:t> o Command ayudan a empaquetar responsabilidades lógicas para mantener alta cohesión interna.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DB10999E-8C84-F25E-63F3-5C976CC1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852" y="386761"/>
            <a:ext cx="2194750" cy="731583"/>
          </a:xfrm>
          <a:prstGeom prst="rect">
            <a:avLst/>
          </a:prstGeom>
        </p:spPr>
      </p:pic>
      <p:pic>
        <p:nvPicPr>
          <p:cNvPr id="3" name="Imagen 2" descr="El futuro de la arquitectura de software: tendencias a tener en cuenta |  Aicad">
            <a:extLst>
              <a:ext uri="{FF2B5EF4-FFF2-40B4-BE49-F238E27FC236}">
                <a16:creationId xmlns:a16="http://schemas.microsoft.com/office/drawing/2014/main" id="{AED5B239-1E78-00D7-D315-BA8E1442E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530" y="1715748"/>
            <a:ext cx="4370541" cy="34265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2564D16-302C-1036-A479-EF28CA5189B9}"/>
              </a:ext>
            </a:extLst>
          </p:cNvPr>
          <p:cNvSpPr txBox="1"/>
          <p:nvPr/>
        </p:nvSpPr>
        <p:spPr>
          <a:xfrm>
            <a:off x="7471401" y="4942197"/>
            <a:ext cx="3116826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7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Fuente: https://www.aicad.es/arquitectura-de-software</a:t>
            </a:r>
          </a:p>
        </p:txBody>
      </p:sp>
    </p:spTree>
    <p:extLst>
      <p:ext uri="{BB962C8B-B14F-4D97-AF65-F5344CB8AC3E}">
        <p14:creationId xmlns:p14="http://schemas.microsoft.com/office/powerpoint/2010/main" val="119292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2BAC-17D2-50CA-123E-1880D5D2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69D2A15-92C8-52A5-7DEE-7BFEFE3E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6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C21335-0A3D-8930-FBFB-FD9BE9BD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154"/>
            <a:ext cx="12192000" cy="686415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9BA26A9-E1B3-44C5-B73A-96A4D7291482}"/>
              </a:ext>
            </a:extLst>
          </p:cNvPr>
          <p:cNvSpPr txBox="1"/>
          <p:nvPr/>
        </p:nvSpPr>
        <p:spPr>
          <a:xfrm>
            <a:off x="693212" y="541963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Referencias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D51F78E-033F-2771-F0E0-44E610334D64}"/>
              </a:ext>
            </a:extLst>
          </p:cNvPr>
          <p:cNvSpPr txBox="1">
            <a:spLocks/>
          </p:cNvSpPr>
          <p:nvPr/>
        </p:nvSpPr>
        <p:spPr>
          <a:xfrm>
            <a:off x="8625113" y="62198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9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EAE277-40A1-9A41-3E19-61DB6C70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768" y="6489055"/>
            <a:ext cx="289585" cy="2362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D4B7B14-88FF-F595-600B-93B63DC3428A}"/>
              </a:ext>
            </a:extLst>
          </p:cNvPr>
          <p:cNvSpPr txBox="1"/>
          <p:nvPr/>
        </p:nvSpPr>
        <p:spPr>
          <a:xfrm>
            <a:off x="640810" y="1657137"/>
            <a:ext cx="104649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r>
              <a:rPr lang="es-CO" sz="2000" dirty="0"/>
              <a:t>Martin, R. C. (2017). Arquitectura limpia: una guía práctica para la estructura y el diseño de software (Capítulo 15: ¿Qué es la arquitectura?, pp. 147-157).</a:t>
            </a: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endParaRPr lang="es-CO" sz="2000" dirty="0"/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r>
              <a:rPr lang="es-CO" sz="2000" dirty="0"/>
              <a:t>Tutoriales Programación Ya. (s. f.). Acoplamiento y Cohesión: El Equilibrio del Buen Diseño. Curso de calidad estructural del software. Recuperado de </a:t>
            </a:r>
            <a:r>
              <a:rPr lang="es-CO" sz="2000" dirty="0">
                <a:hlinkClick r:id="rId4"/>
              </a:rPr>
              <a:t>https://www.tutorialesprogramacionya.com/disenosoftware/acoplamientoycohesion/</a:t>
            </a:r>
            <a:endParaRPr lang="es-CO" sz="2000" dirty="0"/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endParaRPr lang="es-CO" sz="2000" dirty="0"/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282828"/>
                </a:solidFill>
                <a:latin typeface="Arial"/>
              </a:defRPr>
            </a:pPr>
            <a:r>
              <a:rPr lang="es-CO" sz="2000" dirty="0" err="1"/>
              <a:t>Refactoring</a:t>
            </a:r>
            <a:r>
              <a:rPr lang="es-CO" sz="2000" dirty="0"/>
              <a:t> Guru. (s. f.). Acoplamiento y Cohesión. Patrones de diseño y principios de arquitectura limpia. Recuperado de https://refactoring.guru/</a:t>
            </a:r>
          </a:p>
        </p:txBody>
      </p:sp>
    </p:spTree>
    <p:extLst>
      <p:ext uri="{BB962C8B-B14F-4D97-AF65-F5344CB8AC3E}">
        <p14:creationId xmlns:p14="http://schemas.microsoft.com/office/powerpoint/2010/main" val="245901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DFB1B5-2A7E-C5F3-87AC-7F942ACE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360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277</Words>
  <Application>Microsoft Office PowerPoint</Application>
  <PresentationFormat>Panorámica</PresentationFormat>
  <Paragraphs>32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Mariana Correa Ramirez</dc:creator>
  <cp:lastModifiedBy>Maria Jose Martinez Bermudez</cp:lastModifiedBy>
  <cp:revision>190</cp:revision>
  <dcterms:created xsi:type="dcterms:W3CDTF">2026-01-14T13:42:52Z</dcterms:created>
  <dcterms:modified xsi:type="dcterms:W3CDTF">2026-09-25T20:03:52Z</dcterms:modified>
</cp:coreProperties>
</file>